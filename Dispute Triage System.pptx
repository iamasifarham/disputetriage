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72" r:id="rId5"/>
    <p:sldId id="258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CB0F-9866-A3C2-41D3-C769928B3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DAE63-C4E6-6666-52AC-B9C081ABF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A640-2E22-8C71-F4C9-CAD32E16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D902-B98E-5FA2-A90C-AA43949D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5E3B-C528-1FF5-3551-3FAB279E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60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0EE5-1F6F-C8B6-BE03-0D88CA02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0D31-F17E-CD8D-D445-89D2B88D3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A758D-0536-6394-EC08-C1188C45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11CD5-293A-C97A-F04D-FE1D01B9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94E75-1166-B3D0-74FC-29DD9061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3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9521-E2B0-88D9-4CCA-E0DC57078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C89CE-C060-4083-39B2-B8ACA6104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A212C-B8FE-AF91-1227-06187833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B8032-86B0-0A08-846B-A258A474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B86A-AD1D-534E-2753-DB028160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7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DB87-6C41-4CF9-9B56-27327E40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A9A7-452E-9216-2FFD-803EBDB2B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C8B51-76E8-8CB6-5217-41862B4C7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0F3D-0663-993D-1695-197623D0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80FF1-F0DE-3A83-8870-BB6F1846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DE8FB-4EDA-51A0-732C-DBEFCC8B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4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D156-AB32-61AE-C5AA-674FAD44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689FC-FE5D-7032-0AE5-315046C1B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9A0C4-72CC-A683-DA28-60A23FF99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3FD01B-DFB5-1B14-BFDC-7EC44A31E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D266A-7A3A-5A8F-E970-C385CEE00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5FA46-422A-3700-7D44-35C54A31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BA4EB-BC4E-7DBB-B654-FFE75845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7F667-9D99-2DEA-D741-EB951CAA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1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AAB0-1A40-FF1F-352B-2D030A49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95820-BC22-C177-2839-CA45647F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A2124-33CA-26BE-7638-14E22535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D5D98-B82B-8967-33D2-B81952B6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6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33745-8710-50A1-2411-2C767469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07FA0-B9A4-EABC-85AE-2FC448DF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C51C3-62AE-A7FE-E4B9-EB81E9DE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19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4011-9440-21AE-562A-F8C588BE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29FE-596E-497A-6576-9F8DCF253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B77B4-D348-5883-A42E-6A79B356E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4BC13-55F3-F135-1F6E-978FE4C3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9DB02-FFF5-1482-5D3B-7466D0F4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7A960-F749-A704-07D7-ED1C5C99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19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5A21-D1E8-76CF-188A-97F9F09D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5C099-F6FE-E9E6-2CAA-556A4DFE5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9B9DB-866D-C2EA-F393-0A493EEEC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638FC-2071-F1A0-637D-ECB9F53A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D68B3-ED77-34DC-DE55-1DE86370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7FBD6-7EDE-01A9-E8C2-88964D4C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DE73-06BE-4759-0875-95B64748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D5239-E568-0F1F-1F0C-3F78B1A4A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730C7-E6AF-28B4-D8C6-061A02D5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47D35-C6EA-AAFF-FC96-7534F277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D09E2-BF3C-28C8-C25B-C21C88A5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52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A5A56-2B52-CAD3-CD2C-A7B04AF2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B6475-FB0C-0C31-5DB4-553B9C824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80EF4-EFCD-482A-B575-3605025F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CBD9-1173-1760-1672-6F9C6804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7A3D7-E1B3-62B3-A2D9-325B2149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28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6C4A8-6502-F5D9-A36D-9F5609BE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CC129-BA46-DB7F-C361-55EB43045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7C5E6-449B-55C2-0E17-9D91DB21D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9DB3C-BD64-470A-8006-01EAAFB08D4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44F4-216C-62FB-620B-DF8801740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0CE90-57EC-F20B-06D6-77B86DE4E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1F11-6AC6-49E7-BC1C-F8B4BCC04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70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DEC1-C087-F43B-13E8-BFCD1AC9B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7155" y="346439"/>
            <a:ext cx="9237689" cy="2387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Dispute Triage </a:t>
            </a:r>
            <a:r>
              <a:rPr lang="en-US" dirty="0">
                <a:solidFill>
                  <a:srgbClr val="0054C4"/>
                </a:solidFill>
                <a:latin typeface="Arial Black" panose="020B0A04020102020204" pitchFamily="34" charset="0"/>
              </a:rPr>
              <a:t>System</a:t>
            </a:r>
            <a:endParaRPr lang="en-IN" dirty="0">
              <a:solidFill>
                <a:srgbClr val="0054C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3893C-82E0-223D-D62F-00807567B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849" y="3901842"/>
            <a:ext cx="2860623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Submitted by:</a:t>
            </a:r>
          </a:p>
          <a:p>
            <a:pPr algn="l"/>
            <a:r>
              <a:rPr lang="en-US" sz="2000" dirty="0"/>
              <a:t>ASIF IKBAL HOSSAIN</a:t>
            </a:r>
          </a:p>
          <a:p>
            <a:pPr algn="l"/>
            <a:r>
              <a:rPr lang="en-US" sz="2000" dirty="0"/>
              <a:t>DT.41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225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84DE-D286-E3FD-3C61-5A4935885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2787B-2BBD-A857-00E4-8A0647C06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54D050B-A042-7C74-140A-3C69A9D24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0"/>
            <a:ext cx="12192000" cy="6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5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2725-64AD-F27D-C03E-22ABC629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51FA0-E681-F47C-C50F-5B40629BB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9100"/>
            <a:ext cx="12077394" cy="6777444"/>
          </a:xfrm>
        </p:spPr>
      </p:pic>
    </p:spTree>
    <p:extLst>
      <p:ext uri="{BB962C8B-B14F-4D97-AF65-F5344CB8AC3E}">
        <p14:creationId xmlns:p14="http://schemas.microsoft.com/office/powerpoint/2010/main" val="339881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DD7-65D6-E5C8-BADF-E8D37EED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16" y="312659"/>
            <a:ext cx="10515600" cy="1325563"/>
          </a:xfrm>
        </p:spPr>
        <p:txBody>
          <a:bodyPr/>
          <a:lstStyle/>
          <a:p>
            <a:r>
              <a:rPr lang="en-US" b="1" dirty="0">
                <a:latin typeface="Aptos Display" panose="020B0004020202020204" pitchFamily="34" charset="0"/>
              </a:rPr>
              <a:t>System </a:t>
            </a:r>
            <a:r>
              <a:rPr lang="en-US" b="1" dirty="0">
                <a:solidFill>
                  <a:srgbClr val="0070C0"/>
                </a:solidFill>
                <a:latin typeface="Aptos Display" panose="020B0004020202020204" pitchFamily="34" charset="0"/>
              </a:rPr>
              <a:t>Workflow</a:t>
            </a:r>
            <a:endParaRPr lang="en-IN" b="1" dirty="0">
              <a:solidFill>
                <a:srgbClr val="0070C0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F4B04-05B7-821F-AB63-21EDCCF4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123"/>
          <a:stretch>
            <a:fillRect/>
          </a:stretch>
        </p:blipFill>
        <p:spPr>
          <a:xfrm>
            <a:off x="208416" y="2625261"/>
            <a:ext cx="11775167" cy="317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8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9F2997-9648-74FE-CD4F-27652339D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3" y="1106"/>
            <a:ext cx="11031322" cy="6856894"/>
          </a:xfrm>
        </p:spPr>
      </p:pic>
    </p:spTree>
    <p:extLst>
      <p:ext uri="{BB962C8B-B14F-4D97-AF65-F5344CB8AC3E}">
        <p14:creationId xmlns:p14="http://schemas.microsoft.com/office/powerpoint/2010/main" val="205729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EDB6-1A67-4CD4-278E-9DE1F14A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44" y="-1145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Triage Engine </a:t>
            </a:r>
            <a:r>
              <a:rPr lang="en-US" sz="3600" b="1" dirty="0">
                <a:solidFill>
                  <a:srgbClr val="0054C4"/>
                </a:solidFill>
                <a:latin typeface="Aptos Display" panose="020B0004020202020204" pitchFamily="34" charset="0"/>
              </a:rPr>
              <a:t>Workflow</a:t>
            </a:r>
            <a:endParaRPr lang="en-IN" sz="3600" b="1" dirty="0">
              <a:solidFill>
                <a:srgbClr val="0054C4"/>
              </a:solidFill>
              <a:latin typeface="Aptos Display" panose="020B00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B25EE9-39D2-D82B-D4CE-BADF5153C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451"/>
          <a:stretch>
            <a:fillRect/>
          </a:stretch>
        </p:blipFill>
        <p:spPr>
          <a:xfrm>
            <a:off x="2278503" y="975304"/>
            <a:ext cx="8724277" cy="588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5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8B98C-AFEA-B1FA-9C74-C4CF4C423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0" y="80467"/>
            <a:ext cx="12081780" cy="6754382"/>
          </a:xfrm>
        </p:spPr>
      </p:pic>
    </p:spTree>
    <p:extLst>
      <p:ext uri="{BB962C8B-B14F-4D97-AF65-F5344CB8AC3E}">
        <p14:creationId xmlns:p14="http://schemas.microsoft.com/office/powerpoint/2010/main" val="117876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08200-8288-6E5E-AA72-349E16219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61" y="0"/>
            <a:ext cx="10153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8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F847E4-C486-EBAF-78F4-E1426A4D7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76"/>
            <a:ext cx="12192000" cy="68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8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B38A6C-1ABB-CB64-8216-8A9EECC62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03" y="0"/>
            <a:ext cx="11366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7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D00818-AEF8-42F4-290C-4A068FDEB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17" y="0"/>
            <a:ext cx="11442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3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CCAB0F-1334-B4D4-DCA0-A914FED1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8" y="0"/>
            <a:ext cx="11911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4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EF71A8-76D2-218D-2A5E-9B792A908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70"/>
            <a:ext cx="12192000" cy="680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51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6062CA-3287-582A-A37A-A16B13799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0"/>
            <a:ext cx="12192000" cy="6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B052DF-6666-F44E-2801-4D5ED266A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23"/>
            <a:ext cx="12192000" cy="681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427CD-C961-9CD3-B660-9CB4BD1F4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76"/>
            <a:ext cx="12192000" cy="68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55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F2324-3E0C-0463-6EA3-A92CCCC12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40"/>
            <a:ext cx="12192000" cy="68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9EA3-F8DF-7C58-4F84-5A4EE912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719" y="2403774"/>
            <a:ext cx="12253209" cy="2050452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Aptos Display" panose="020B0004020202020204" pitchFamily="34" charset="0"/>
              </a:rPr>
              <a:t>THANK </a:t>
            </a:r>
            <a:r>
              <a:rPr lang="en-US" sz="6000" b="1" dirty="0">
                <a:solidFill>
                  <a:srgbClr val="0054C4"/>
                </a:solidFill>
                <a:latin typeface="Aptos Display" panose="020B0004020202020204" pitchFamily="34" charset="0"/>
              </a:rPr>
              <a:t>YOU</a:t>
            </a:r>
            <a:endParaRPr lang="en-IN" sz="6000" b="1" dirty="0">
              <a:solidFill>
                <a:srgbClr val="0054C4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55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</Words>
  <Application>Microsoft Office PowerPoint</Application>
  <PresentationFormat>Widescreen</PresentationFormat>
  <Paragraphs>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 Display</vt:lpstr>
      <vt:lpstr>Arial</vt:lpstr>
      <vt:lpstr>Arial Black</vt:lpstr>
      <vt:lpstr>Calibri</vt:lpstr>
      <vt:lpstr>Calibri Light</vt:lpstr>
      <vt:lpstr>Office Theme</vt:lpstr>
      <vt:lpstr>Dispute Triage System</vt:lpstr>
      <vt:lpstr>PowerPoint Presentation</vt:lpstr>
      <vt:lpstr>PowerPoint Presentation</vt:lpstr>
      <vt:lpstr>System Workflow</vt:lpstr>
      <vt:lpstr>PowerPoint Presentation</vt:lpstr>
      <vt:lpstr>Triage Engine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Asif Ikbal Hossain</dc:creator>
  <cp:lastModifiedBy>Asif Ikbal Hossain</cp:lastModifiedBy>
  <cp:revision>1</cp:revision>
  <dcterms:created xsi:type="dcterms:W3CDTF">2025-12-09T20:29:34Z</dcterms:created>
  <dcterms:modified xsi:type="dcterms:W3CDTF">2025-12-09T21:03:03Z</dcterms:modified>
</cp:coreProperties>
</file>